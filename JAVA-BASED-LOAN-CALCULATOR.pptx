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67253-D367-431B-5486-C09EB8FA2B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B80455-E2E9-C873-146D-E80F459C61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DC228-7263-3167-BA45-962B6062E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6E745-CD6D-4529-AB0A-ECFA5AECC38C}" type="datetimeFigureOut">
              <a:rPr lang="en-PH" smtClean="0"/>
              <a:t>09/04/2026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98944-2F46-D9AD-66C2-06202AB3C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29AB4-1F35-E743-7466-87F0BC8A1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FBF13-798F-4D32-AF6A-67B5CD9601D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60397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86B0A-2F9A-2D70-36CA-4B2B98807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A6085-3AEA-34CF-212F-3571E35F2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BFA38-3A8E-7163-16C3-1283C1EF5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6E745-CD6D-4529-AB0A-ECFA5AECC38C}" type="datetimeFigureOut">
              <a:rPr lang="en-PH" smtClean="0"/>
              <a:t>09/04/2026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F5BEA-CEA0-27BB-3EB7-C88397C55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B7ACA-CC90-6DDD-27C5-A69E091D4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FBF13-798F-4D32-AF6A-67B5CD9601D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91599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CE071-EAEA-CFC9-8E4D-13EBE8DA3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9EEEA-95E0-B34F-B3A8-0C0B03C9C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FE447-549A-3DFA-B908-749499417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6E745-CD6D-4529-AB0A-ECFA5AECC38C}" type="datetimeFigureOut">
              <a:rPr lang="en-PH" smtClean="0"/>
              <a:t>09/04/2026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95C4B-5786-CC8B-4D45-5C32FAF22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DAB83-88FF-70C1-FB41-E5E541839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FBF13-798F-4D32-AF6A-67B5CD9601D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43201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1EFA5-74FA-E8B5-D23E-889C64CFA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A5883-5CEC-1B14-4B9F-3EFE77A416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A592D6-46A3-2D26-A4B4-992DED987D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66F59-6457-52CC-1B1B-101E088E8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6E745-CD6D-4529-AB0A-ECFA5AECC38C}" type="datetimeFigureOut">
              <a:rPr lang="en-PH" smtClean="0"/>
              <a:t>09/04/2026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E1D9E-84BF-DDA7-C11F-C481B085F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F7470-EFEA-15C0-42BD-9CE9411E9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FBF13-798F-4D32-AF6A-67B5CD9601D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78791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53CF3-6EEF-0F57-FBEA-83F0868C4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BF096-7473-F418-ACE2-68124E98D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CB500-EA6F-FD06-7BE9-6C6B29032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27F3CC-7EC1-6FB4-95F3-0E49FF4C2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F56072-6D76-9125-CF19-3A7CA6C82E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67176A-BD9F-F69F-4749-23A981C93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6E745-CD6D-4529-AB0A-ECFA5AECC38C}" type="datetimeFigureOut">
              <a:rPr lang="en-PH" smtClean="0"/>
              <a:t>09/04/2026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07E40B-1516-A5CE-7E3F-ECCC5C23D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DCD004-B291-6CCF-06EC-2ADA85CC0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FBF13-798F-4D32-AF6A-67B5CD9601D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5840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43174-8BDB-E652-B221-F2FFC21A4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36F784-53E9-0E1A-DBD5-ACB01CC09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6E745-CD6D-4529-AB0A-ECFA5AECC38C}" type="datetimeFigureOut">
              <a:rPr lang="en-PH" smtClean="0"/>
              <a:t>09/04/2026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B6F2B2-B3B6-5C37-0D2C-604C7F6D5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EF939A-9B83-E984-3AE5-0A69A4424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FBF13-798F-4D32-AF6A-67B5CD9601D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49734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CA939-6A49-4B68-1EA5-14D2F8EAF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6E745-CD6D-4529-AB0A-ECFA5AECC38C}" type="datetimeFigureOut">
              <a:rPr lang="en-PH" smtClean="0"/>
              <a:t>09/04/2026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04698C-0154-669F-EE05-2C48D6729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FEFF5-4542-1ECA-E1D8-F5BAE681E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FBF13-798F-4D32-AF6A-67B5CD9601D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54017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B6434-97F1-E082-B64B-9BBB0C6AF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EBEC0-2BEF-B75B-F05F-CF003AA74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0D60BE-BD3E-2291-5167-7A6361E5F4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9447B0-E443-2472-5C56-D5B0AAE19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6E745-CD6D-4529-AB0A-ECFA5AECC38C}" type="datetimeFigureOut">
              <a:rPr lang="en-PH" smtClean="0"/>
              <a:t>09/04/2026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C8048C-4E1E-C521-59ED-3BE06687E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ACF70C-6B68-E7B0-E813-64942ADD3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FBF13-798F-4D32-AF6A-67B5CD9601D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27195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F6546-D532-5660-5BAC-6B55E9087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50B326-AE1C-FC42-7E5E-7985FEBC3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B76A4-25A2-EA84-5BFD-F424EBA0B6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82FD83-BD9B-1D4C-E3E4-5F5FD15D1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6E745-CD6D-4529-AB0A-ECFA5AECC38C}" type="datetimeFigureOut">
              <a:rPr lang="en-PH" smtClean="0"/>
              <a:t>09/04/2026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E080C-14A6-6D94-843B-A3EAB2900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035EC5-7611-E5D7-4643-122B33E3F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FBF13-798F-4D32-AF6A-67B5CD9601D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42780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116A3-5087-4EE7-3B87-FD42FB67F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B223C2-E641-9264-2580-CCB28B3D3A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8449D-360E-FB00-F4A3-1514143B7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6E745-CD6D-4529-AB0A-ECFA5AECC38C}" type="datetimeFigureOut">
              <a:rPr lang="en-PH" smtClean="0"/>
              <a:t>09/04/2026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C4BA1-53EC-BF67-11F7-AEEF317F0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F3E2F-6E94-224C-8E13-48CEF4964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FBF13-798F-4D32-AF6A-67B5CD9601D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91443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0797D2-2B47-8E62-1076-B1E721BDEE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E63CC3-71F7-2142-29CE-7E8EDE4423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EA91C-7D8B-E979-71B3-95669C1E2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6E745-CD6D-4529-AB0A-ECFA5AECC38C}" type="datetimeFigureOut">
              <a:rPr lang="en-PH" smtClean="0"/>
              <a:t>09/04/2026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A887D-C5B7-97B2-DEC1-BDB3E430C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1173A-2679-CD17-2DF5-2D153EF1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FBF13-798F-4D32-AF6A-67B5CD9601D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30070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804938-C5F2-971D-5B34-72BD14189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84CB5E-F07B-E62A-E651-5160B8BF8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C6711-26E0-B4F0-7FE1-70176400E3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E6E745-CD6D-4529-AB0A-ECFA5AECC38C}" type="datetimeFigureOut">
              <a:rPr lang="en-PH" smtClean="0"/>
              <a:t>09/04/2026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68B97-383F-47E5-E806-6960B47C95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3F9CA-6E86-E50D-E97D-AE4688388A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8FBF13-798F-4D32-AF6A-67B5CD9601D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0601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3FDE-7D5E-8297-96B8-9E3C3C3582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PH" dirty="0">
                <a:latin typeface="Arial" panose="020B0604020202020204" pitchFamily="34" charset="0"/>
                <a:cs typeface="Arial" panose="020B0604020202020204" pitchFamily="34" charset="0"/>
              </a:rPr>
              <a:t>JAVA-BASED LOAN CALCULATOR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94CAD9-B897-A172-0613-734ECC75D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032935"/>
            <a:ext cx="9144000" cy="1655762"/>
          </a:xfrm>
        </p:spPr>
        <p:txBody>
          <a:bodyPr/>
          <a:lstStyle/>
          <a:p>
            <a:r>
              <a:rPr lang="en-PH" sz="1600" b="1" dirty="0">
                <a:latin typeface="Arial" panose="020B0604020202020204" pitchFamily="34" charset="0"/>
                <a:cs typeface="Arial" panose="020B0604020202020204" pitchFamily="34" charset="0"/>
              </a:rPr>
              <a:t>DEVELOPER/AUTHORS</a:t>
            </a:r>
          </a:p>
          <a:p>
            <a:pPr algn="l"/>
            <a:endParaRPr lang="en-PH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07C0B4-6253-C56D-EE8D-9552344B281E}"/>
              </a:ext>
            </a:extLst>
          </p:cNvPr>
          <p:cNvSpPr txBox="1"/>
          <p:nvPr/>
        </p:nvSpPr>
        <p:spPr>
          <a:xfrm>
            <a:off x="3280041" y="6211669"/>
            <a:ext cx="56319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1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PHINMA CAGAYN DE ORO COLLEGE | COLLEGE OF INFORMATION TECHNOLOGY</a:t>
            </a:r>
          </a:p>
        </p:txBody>
      </p:sp>
      <p:pic>
        <p:nvPicPr>
          <p:cNvPr id="5" name="Picture 4" descr="PHINMA-Cagayan de Oro College Puerto ...">
            <a:extLst>
              <a:ext uri="{FF2B5EF4-FFF2-40B4-BE49-F238E27FC236}">
                <a16:creationId xmlns:a16="http://schemas.microsoft.com/office/drawing/2014/main" id="{27A6E3FE-39F2-6F4C-0EBF-078127853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7" y="0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242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HINMA-Cagayan de Oro College Puerto ...">
            <a:extLst>
              <a:ext uri="{FF2B5EF4-FFF2-40B4-BE49-F238E27FC236}">
                <a16:creationId xmlns:a16="http://schemas.microsoft.com/office/drawing/2014/main" id="{A52E58DA-5D9D-83BC-4ED0-AF11CC008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59" y="18415"/>
            <a:ext cx="2143125" cy="214312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A57CD2E-834E-A088-A2BD-4C43755D6685}"/>
              </a:ext>
            </a:extLst>
          </p:cNvPr>
          <p:cNvSpPr/>
          <p:nvPr/>
        </p:nvSpPr>
        <p:spPr>
          <a:xfrm>
            <a:off x="213359" y="2693035"/>
            <a:ext cx="2042160" cy="406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544BD2-7229-B5A7-DA0E-0AE2BD3BAE74}"/>
              </a:ext>
            </a:extLst>
          </p:cNvPr>
          <p:cNvSpPr/>
          <p:nvPr/>
        </p:nvSpPr>
        <p:spPr>
          <a:xfrm>
            <a:off x="213359" y="5671820"/>
            <a:ext cx="2042160" cy="406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D0D7C8-9B21-FB3B-5986-7203CBE8A7FD}"/>
              </a:ext>
            </a:extLst>
          </p:cNvPr>
          <p:cNvSpPr/>
          <p:nvPr/>
        </p:nvSpPr>
        <p:spPr>
          <a:xfrm>
            <a:off x="213359" y="4202430"/>
            <a:ext cx="2042160" cy="406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AFE3BF-DA85-9CCF-5CC0-3713C704AF3E}"/>
              </a:ext>
            </a:extLst>
          </p:cNvPr>
          <p:cNvSpPr txBox="1"/>
          <p:nvPr/>
        </p:nvSpPr>
        <p:spPr>
          <a:xfrm>
            <a:off x="8737600" y="538480"/>
            <a:ext cx="2956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latin typeface="Arial" panose="020B0604020202020204" pitchFamily="34" charset="0"/>
                <a:cs typeface="Arial" panose="020B0604020202020204" pitchFamily="34" charset="0"/>
              </a:rPr>
              <a:t>THE PROBLEM</a:t>
            </a:r>
          </a:p>
        </p:txBody>
      </p:sp>
      <p:pic>
        <p:nvPicPr>
          <p:cNvPr id="1032" name="Picture 8" descr="Calculator: Simple Calculator - Apps on ...">
            <a:extLst>
              <a:ext uri="{FF2B5EF4-FFF2-40B4-BE49-F238E27FC236}">
                <a16:creationId xmlns:a16="http://schemas.microsoft.com/office/drawing/2014/main" id="{E46318AC-ADC4-B80A-1D19-86862C6C5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759" y="2607627"/>
            <a:ext cx="1148715" cy="574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3938434-CA43-8891-5EC8-BE0D167FE328}"/>
              </a:ext>
            </a:extLst>
          </p:cNvPr>
          <p:cNvSpPr txBox="1"/>
          <p:nvPr/>
        </p:nvSpPr>
        <p:spPr>
          <a:xfrm>
            <a:off x="3058160" y="2710140"/>
            <a:ext cx="3799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/>
              <a:t>Inaccurate Loan Computation</a:t>
            </a:r>
          </a:p>
        </p:txBody>
      </p:sp>
      <p:pic>
        <p:nvPicPr>
          <p:cNvPr id="1034" name="Picture 10" descr="Different File Types and When to Use ...">
            <a:extLst>
              <a:ext uri="{FF2B5EF4-FFF2-40B4-BE49-F238E27FC236}">
                <a16:creationId xmlns:a16="http://schemas.microsoft.com/office/drawing/2014/main" id="{11F8682A-EC53-2913-48CC-01380B7CF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5519" y="3974941"/>
            <a:ext cx="776923" cy="776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57A43B9-11DC-58C5-4AD8-D436FBA65C81}"/>
              </a:ext>
            </a:extLst>
          </p:cNvPr>
          <p:cNvSpPr txBox="1"/>
          <p:nvPr/>
        </p:nvSpPr>
        <p:spPr>
          <a:xfrm>
            <a:off x="3032442" y="4229100"/>
            <a:ext cx="298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/>
              <a:t>Lack of Record Keeping</a:t>
            </a:r>
          </a:p>
        </p:txBody>
      </p:sp>
      <p:pic>
        <p:nvPicPr>
          <p:cNvPr id="1036" name="Picture 12" descr="Applied Data Science 101: Major ...">
            <a:extLst>
              <a:ext uri="{FF2B5EF4-FFF2-40B4-BE49-F238E27FC236}">
                <a16:creationId xmlns:a16="http://schemas.microsoft.com/office/drawing/2014/main" id="{3EBCD8E5-3360-690D-0DAD-0A055F01E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3648" y="5628303"/>
            <a:ext cx="794512" cy="493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57B9DFE-211A-3A2C-3425-9A6F4434CFE1}"/>
              </a:ext>
            </a:extLst>
          </p:cNvPr>
          <p:cNvSpPr txBox="1"/>
          <p:nvPr/>
        </p:nvSpPr>
        <p:spPr>
          <a:xfrm>
            <a:off x="3068002" y="5671820"/>
            <a:ext cx="291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/>
              <a:t>Invalid Data Entry</a:t>
            </a:r>
          </a:p>
        </p:txBody>
      </p:sp>
    </p:spTree>
    <p:extLst>
      <p:ext uri="{BB962C8B-B14F-4D97-AF65-F5344CB8AC3E}">
        <p14:creationId xmlns:p14="http://schemas.microsoft.com/office/powerpoint/2010/main" val="376288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9B6C8-89D1-13EB-877A-BEE4CBE0D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HINMA-Cagayan de Oro College Puerto ...">
            <a:extLst>
              <a:ext uri="{FF2B5EF4-FFF2-40B4-BE49-F238E27FC236}">
                <a16:creationId xmlns:a16="http://schemas.microsoft.com/office/drawing/2014/main" id="{7307F136-0205-F5DB-8979-07C6BBA99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7" y="0"/>
            <a:ext cx="2143125" cy="21431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2BBFBF-90BE-E0F5-C641-DFE4110F8CE3}"/>
              </a:ext>
            </a:extLst>
          </p:cNvPr>
          <p:cNvSpPr txBox="1"/>
          <p:nvPr/>
        </p:nvSpPr>
        <p:spPr>
          <a:xfrm>
            <a:off x="8737600" y="538480"/>
            <a:ext cx="2956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latin typeface="Arial" panose="020B0604020202020204" pitchFamily="34" charset="0"/>
                <a:cs typeface="Arial" panose="020B0604020202020204" pitchFamily="34" charset="0"/>
              </a:rPr>
              <a:t>THE SOLUTION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C66368-18F4-DD5D-F3EA-EDE1FA219831}"/>
              </a:ext>
            </a:extLst>
          </p:cNvPr>
          <p:cNvSpPr/>
          <p:nvPr/>
        </p:nvSpPr>
        <p:spPr>
          <a:xfrm>
            <a:off x="0" y="2661920"/>
            <a:ext cx="12192000" cy="27025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5400" dirty="0">
                <a:latin typeface="Arial" panose="020B0604020202020204" pitchFamily="34" charset="0"/>
                <a:cs typeface="Arial" panose="020B0604020202020204" pitchFamily="34" charset="0"/>
              </a:rPr>
              <a:t>JAVA-BASED LOAN CALCULATOR</a:t>
            </a:r>
            <a:endParaRPr lang="en-PH" sz="5400" dirty="0"/>
          </a:p>
        </p:txBody>
      </p:sp>
    </p:spTree>
    <p:extLst>
      <p:ext uri="{BB962C8B-B14F-4D97-AF65-F5344CB8AC3E}">
        <p14:creationId xmlns:p14="http://schemas.microsoft.com/office/powerpoint/2010/main" val="2330831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37F3F-1372-F7EE-E9EA-DA88CFC2D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HINMA-Cagayan de Oro College Puerto ...">
            <a:extLst>
              <a:ext uri="{FF2B5EF4-FFF2-40B4-BE49-F238E27FC236}">
                <a16:creationId xmlns:a16="http://schemas.microsoft.com/office/drawing/2014/main" id="{38C8A6E2-842A-A484-E664-DDBECF5C5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59" y="18415"/>
            <a:ext cx="2143125" cy="21431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64707D6-BA01-23F2-8C47-D3F6DFD42A74}"/>
              </a:ext>
            </a:extLst>
          </p:cNvPr>
          <p:cNvSpPr/>
          <p:nvPr/>
        </p:nvSpPr>
        <p:spPr>
          <a:xfrm>
            <a:off x="0" y="4158913"/>
            <a:ext cx="2306321" cy="406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MENTION 3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5C1D74-85D9-36DE-B010-C32517AE8526}"/>
              </a:ext>
            </a:extLst>
          </p:cNvPr>
          <p:cNvSpPr txBox="1"/>
          <p:nvPr/>
        </p:nvSpPr>
        <p:spPr>
          <a:xfrm>
            <a:off x="8737600" y="538480"/>
            <a:ext cx="2956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latin typeface="Arial" panose="020B0604020202020204" pitchFamily="34" charset="0"/>
                <a:cs typeface="Arial" panose="020B0604020202020204" pitchFamily="34" charset="0"/>
              </a:rPr>
              <a:t>THE PROPOSED SOLUTION</a:t>
            </a:r>
          </a:p>
        </p:txBody>
      </p:sp>
      <p:pic>
        <p:nvPicPr>
          <p:cNvPr id="1032" name="Picture 8" descr="Calculator: Simple Calculator - Apps on ...">
            <a:extLst>
              <a:ext uri="{FF2B5EF4-FFF2-40B4-BE49-F238E27FC236}">
                <a16:creationId xmlns:a16="http://schemas.microsoft.com/office/drawing/2014/main" id="{5227BC71-F270-984B-7EB6-5FD29ED5F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7247" y="2161540"/>
            <a:ext cx="1148715" cy="574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Different File Types and When to Use ...">
            <a:extLst>
              <a:ext uri="{FF2B5EF4-FFF2-40B4-BE49-F238E27FC236}">
                <a16:creationId xmlns:a16="http://schemas.microsoft.com/office/drawing/2014/main" id="{65A7EFE9-4847-6449-3C61-5091F4986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9138" y="1958975"/>
            <a:ext cx="776923" cy="776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Applied Data Science 101: Major ...">
            <a:extLst>
              <a:ext uri="{FF2B5EF4-FFF2-40B4-BE49-F238E27FC236}">
                <a16:creationId xmlns:a16="http://schemas.microsoft.com/office/drawing/2014/main" id="{E2FB9348-34C4-0C59-6420-0FCAFADDF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0608" y="4362113"/>
            <a:ext cx="794512" cy="493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BD9F3A-7672-FBBD-1E6D-6FE2F19E427B}"/>
              </a:ext>
            </a:extLst>
          </p:cNvPr>
          <p:cNvSpPr txBox="1"/>
          <p:nvPr/>
        </p:nvSpPr>
        <p:spPr>
          <a:xfrm>
            <a:off x="2595881" y="2824222"/>
            <a:ext cx="299516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Develop an automated loan calculator system that accurately computes monthly payments, total payment, and total interest using predefined formulas.</a:t>
            </a:r>
            <a:endParaRPr lang="en-PH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FA7221-48BB-09EF-B148-64C607C37920}"/>
              </a:ext>
            </a:extLst>
          </p:cNvPr>
          <p:cNvSpPr txBox="1"/>
          <p:nvPr/>
        </p:nvSpPr>
        <p:spPr>
          <a:xfrm>
            <a:off x="7589520" y="2824222"/>
            <a:ext cx="2743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Implement a loan management system that stores and maintains a history of all loan transactions for easy access and review.</a:t>
            </a:r>
            <a:endParaRPr lang="en-PH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67949C-ACE9-E5CF-75E8-A3E0DE1CF5E0}"/>
              </a:ext>
            </a:extLst>
          </p:cNvPr>
          <p:cNvSpPr txBox="1"/>
          <p:nvPr/>
        </p:nvSpPr>
        <p:spPr>
          <a:xfrm>
            <a:off x="5049520" y="5090160"/>
            <a:ext cx="28651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Incorporate input validation features in the system to ensure that only correct and acceptable data values are entered before processing calculations.</a:t>
            </a:r>
            <a:endParaRPr lang="en-PH" sz="1600" dirty="0"/>
          </a:p>
        </p:txBody>
      </p:sp>
    </p:spTree>
    <p:extLst>
      <p:ext uri="{BB962C8B-B14F-4D97-AF65-F5344CB8AC3E}">
        <p14:creationId xmlns:p14="http://schemas.microsoft.com/office/powerpoint/2010/main" val="32600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CCE39-F344-6DC7-975C-677D71322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HINMA-Cagayan de Oro College Puerto ...">
            <a:extLst>
              <a:ext uri="{FF2B5EF4-FFF2-40B4-BE49-F238E27FC236}">
                <a16:creationId xmlns:a16="http://schemas.microsoft.com/office/drawing/2014/main" id="{A0A3C955-2374-D5BF-96B0-5D875004E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7" y="0"/>
            <a:ext cx="2143125" cy="21431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415666-57E6-ED73-1853-5D44668693CA}"/>
              </a:ext>
            </a:extLst>
          </p:cNvPr>
          <p:cNvSpPr txBox="1"/>
          <p:nvPr/>
        </p:nvSpPr>
        <p:spPr>
          <a:xfrm>
            <a:off x="7854315" y="782320"/>
            <a:ext cx="319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latin typeface="Arial" panose="020B0604020202020204" pitchFamily="34" charset="0"/>
                <a:cs typeface="Arial" panose="020B0604020202020204" pitchFamily="34" charset="0"/>
              </a:rPr>
              <a:t>PROJECT OBJECTIVE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C3C8C3-01A0-EB23-D378-56E1C6A0BD5F}"/>
              </a:ext>
            </a:extLst>
          </p:cNvPr>
          <p:cNvSpPr txBox="1"/>
          <p:nvPr/>
        </p:nvSpPr>
        <p:spPr>
          <a:xfrm>
            <a:off x="1341119" y="2722880"/>
            <a:ext cx="784352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  General Objectives</a:t>
            </a:r>
            <a:endParaRPr lang="en-US" b="0" dirty="0">
              <a:effectLst/>
            </a:endParaRPr>
          </a:p>
          <a:p>
            <a:r>
              <a:rPr lang="en-US" dirty="0"/>
              <a:t>The main objective of this study is to develop a console-based Loan Calculator System that accurately computes loan payments and manages loan records efficiently.</a:t>
            </a:r>
            <a:endParaRPr lang="en-US" b="0" dirty="0">
              <a:effectLst/>
            </a:endParaRPr>
          </a:p>
          <a:p>
            <a:br>
              <a:rPr lang="en-US" b="0" dirty="0">
                <a:effectLst/>
              </a:rPr>
            </a:br>
            <a:br>
              <a:rPr lang="en-US" b="0" dirty="0">
                <a:effectLst/>
              </a:rPr>
            </a:br>
            <a:endParaRPr lang="en-US" b="0" dirty="0">
              <a:effectLst/>
            </a:endParaRP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379956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44B39-4BC5-FF77-226B-3C3223BB3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HINMA-Cagayan de Oro College Puerto ...">
            <a:extLst>
              <a:ext uri="{FF2B5EF4-FFF2-40B4-BE49-F238E27FC236}">
                <a16:creationId xmlns:a16="http://schemas.microsoft.com/office/drawing/2014/main" id="{1BD1060B-1CA8-ADB4-538A-6531162FB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7" y="0"/>
            <a:ext cx="2143125" cy="21431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D1B94F-394D-7724-6DFE-EC0C783AB448}"/>
              </a:ext>
            </a:extLst>
          </p:cNvPr>
          <p:cNvSpPr txBox="1"/>
          <p:nvPr/>
        </p:nvSpPr>
        <p:spPr>
          <a:xfrm>
            <a:off x="7854315" y="782320"/>
            <a:ext cx="319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latin typeface="Arial" panose="020B0604020202020204" pitchFamily="34" charset="0"/>
                <a:cs typeface="Arial" panose="020B0604020202020204" pitchFamily="34" charset="0"/>
              </a:rPr>
              <a:t>PROJECT OBJECTIVE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174FE6-9DC4-1EA7-9005-6AE9467CEC4D}"/>
              </a:ext>
            </a:extLst>
          </p:cNvPr>
          <p:cNvSpPr txBox="1"/>
          <p:nvPr/>
        </p:nvSpPr>
        <p:spPr>
          <a:xfrm>
            <a:off x="1341119" y="2722880"/>
            <a:ext cx="784352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  Specific Objectives</a:t>
            </a: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To develop a system that calculates monthly loan payments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To compute total payment and total interest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To implement input validation for accurate data entry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To store loan history with date and time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To allow users to view and clear loan records</a:t>
            </a:r>
          </a:p>
          <a:p>
            <a:br>
              <a:rPr lang="en-US" b="0" dirty="0">
                <a:effectLst/>
              </a:rPr>
            </a:br>
            <a:br>
              <a:rPr lang="en-US" b="0" dirty="0">
                <a:effectLst/>
              </a:rPr>
            </a:br>
            <a:endParaRPr lang="en-US" b="0" dirty="0">
              <a:effectLst/>
            </a:endParaRP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977394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370D9-BED0-4F7F-1000-0F376C8D2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HINMA-Cagayan de Oro College Puerto ...">
            <a:extLst>
              <a:ext uri="{FF2B5EF4-FFF2-40B4-BE49-F238E27FC236}">
                <a16:creationId xmlns:a16="http://schemas.microsoft.com/office/drawing/2014/main" id="{59B7403B-CC1A-1097-20F2-28FD249F5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7" y="0"/>
            <a:ext cx="2143125" cy="21431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59E418-C71F-924B-8DA5-D87039F212E8}"/>
              </a:ext>
            </a:extLst>
          </p:cNvPr>
          <p:cNvSpPr txBox="1"/>
          <p:nvPr/>
        </p:nvSpPr>
        <p:spPr>
          <a:xfrm>
            <a:off x="7854315" y="782320"/>
            <a:ext cx="319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latin typeface="Arial" panose="020B0604020202020204" pitchFamily="34" charset="0"/>
                <a:cs typeface="Arial" panose="020B0604020202020204" pitchFamily="34" charset="0"/>
              </a:rPr>
              <a:t>DEVELOPMENT TOOLS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EF00BA-4DE7-7DC9-5344-8F2DBB2CEE3F}"/>
              </a:ext>
            </a:extLst>
          </p:cNvPr>
          <p:cNvSpPr/>
          <p:nvPr/>
        </p:nvSpPr>
        <p:spPr>
          <a:xfrm>
            <a:off x="91440" y="2143125"/>
            <a:ext cx="2143125" cy="50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/>
              <a:t>TECH STACK:</a:t>
            </a:r>
          </a:p>
        </p:txBody>
      </p:sp>
      <p:pic>
        <p:nvPicPr>
          <p:cNvPr id="2050" name="Picture 2" descr="Java Logo, symbol, meaning, history ...">
            <a:extLst>
              <a:ext uri="{FF2B5EF4-FFF2-40B4-BE49-F238E27FC236}">
                <a16:creationId xmlns:a16="http://schemas.microsoft.com/office/drawing/2014/main" id="{00B44A99-6CF1-2426-187F-0CA860BCF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010" y="3114676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Java NetBeans Web Development Services ...">
            <a:extLst>
              <a:ext uri="{FF2B5EF4-FFF2-40B4-BE49-F238E27FC236}">
                <a16:creationId xmlns:a16="http://schemas.microsoft.com/office/drawing/2014/main" id="{CE9DB1B6-8BD0-7CB2-A4EF-F0A75A7C2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0485" y="3114676"/>
            <a:ext cx="2419350" cy="189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8917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1F9B7-6445-F3A2-D0C3-75E9752CB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HINMA-Cagayan de Oro College Puerto ...">
            <a:extLst>
              <a:ext uri="{FF2B5EF4-FFF2-40B4-BE49-F238E27FC236}">
                <a16:creationId xmlns:a16="http://schemas.microsoft.com/office/drawing/2014/main" id="{357977B7-01CC-F94E-E8A3-376780050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7" y="0"/>
            <a:ext cx="2143125" cy="21431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E61027-EAFB-2BBA-E156-F8C726926EFB}"/>
              </a:ext>
            </a:extLst>
          </p:cNvPr>
          <p:cNvSpPr txBox="1"/>
          <p:nvPr/>
        </p:nvSpPr>
        <p:spPr>
          <a:xfrm>
            <a:off x="7854315" y="782320"/>
            <a:ext cx="319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b="1" dirty="0">
                <a:latin typeface="Arial" panose="020B0604020202020204" pitchFamily="34" charset="0"/>
                <a:cs typeface="Arial" panose="020B0604020202020204" pitchFamily="34" charset="0"/>
              </a:rPr>
              <a:t>CORE TRANSACTION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CB8A2E-F708-35AD-A1CE-2A424E46249B}"/>
              </a:ext>
            </a:extLst>
          </p:cNvPr>
          <p:cNvSpPr txBox="1"/>
          <p:nvPr/>
        </p:nvSpPr>
        <p:spPr>
          <a:xfrm>
            <a:off x="1544320" y="3017520"/>
            <a:ext cx="7447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core transaction of a loan calculator system 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refers to the main process where the system accepts loan details, computes repayment terms, and returns results to the user.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714049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224</Words>
  <Application>Microsoft Office PowerPoint</Application>
  <PresentationFormat>Widescreen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JAVA-BASED LOAN CALCULATOR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Erlie Tapic</dc:creator>
  <cp:lastModifiedBy>Erlie Tapic</cp:lastModifiedBy>
  <cp:revision>1</cp:revision>
  <dcterms:created xsi:type="dcterms:W3CDTF">2026-04-09T11:31:51Z</dcterms:created>
  <dcterms:modified xsi:type="dcterms:W3CDTF">2026-04-09T14:55:01Z</dcterms:modified>
</cp:coreProperties>
</file>